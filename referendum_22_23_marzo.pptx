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055" y="0"/>
            <a:ext cx="20370297" cy="10287000"/>
          </a:xfrm>
          <a:custGeom>
            <a:avLst/>
            <a:gdLst/>
            <a:ahLst/>
            <a:cxnLst/>
            <a:rect r="r" b="b" t="t" l="l"/>
            <a:pathLst>
              <a:path h="10287000" w="20370297">
                <a:moveTo>
                  <a:pt x="0" y="0"/>
                </a:moveTo>
                <a:lnTo>
                  <a:pt x="20370297" y="0"/>
                </a:lnTo>
                <a:lnTo>
                  <a:pt x="203702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002" y="0"/>
            <a:ext cx="19006005" cy="10287000"/>
          </a:xfrm>
          <a:custGeom>
            <a:avLst/>
            <a:gdLst/>
            <a:ahLst/>
            <a:cxnLst/>
            <a:rect r="r" b="b" t="t" l="l"/>
            <a:pathLst>
              <a:path h="10287000" w="19006005">
                <a:moveTo>
                  <a:pt x="0" y="0"/>
                </a:moveTo>
                <a:lnTo>
                  <a:pt x="19006004" y="0"/>
                </a:lnTo>
                <a:lnTo>
                  <a:pt x="190060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3149" y="0"/>
            <a:ext cx="18761149" cy="10287000"/>
          </a:xfrm>
          <a:custGeom>
            <a:avLst/>
            <a:gdLst/>
            <a:ahLst/>
            <a:cxnLst/>
            <a:rect r="r" b="b" t="t" l="l"/>
            <a:pathLst>
              <a:path h="10287000" w="18761149">
                <a:moveTo>
                  <a:pt x="0" y="0"/>
                </a:moveTo>
                <a:lnTo>
                  <a:pt x="18761149" y="0"/>
                </a:lnTo>
                <a:lnTo>
                  <a:pt x="187611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2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002" y="0"/>
            <a:ext cx="19006005" cy="10287000"/>
          </a:xfrm>
          <a:custGeom>
            <a:avLst/>
            <a:gdLst/>
            <a:ahLst/>
            <a:cxnLst/>
            <a:rect r="r" b="b" t="t" l="l"/>
            <a:pathLst>
              <a:path h="10287000" w="19006005">
                <a:moveTo>
                  <a:pt x="0" y="0"/>
                </a:moveTo>
                <a:lnTo>
                  <a:pt x="19006004" y="0"/>
                </a:lnTo>
                <a:lnTo>
                  <a:pt x="190060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1279" y="0"/>
            <a:ext cx="19594286" cy="10287000"/>
          </a:xfrm>
          <a:custGeom>
            <a:avLst/>
            <a:gdLst/>
            <a:ahLst/>
            <a:cxnLst/>
            <a:rect r="r" b="b" t="t" l="l"/>
            <a:pathLst>
              <a:path h="10287000" w="19594286">
                <a:moveTo>
                  <a:pt x="0" y="0"/>
                </a:moveTo>
                <a:lnTo>
                  <a:pt x="19594285" y="0"/>
                </a:lnTo>
                <a:lnTo>
                  <a:pt x="195942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0138" y="0"/>
            <a:ext cx="19318310" cy="10287000"/>
          </a:xfrm>
          <a:custGeom>
            <a:avLst/>
            <a:gdLst/>
            <a:ahLst/>
            <a:cxnLst/>
            <a:rect r="r" b="b" t="t" l="l"/>
            <a:pathLst>
              <a:path h="10287000" w="19318310">
                <a:moveTo>
                  <a:pt x="0" y="0"/>
                </a:moveTo>
                <a:lnTo>
                  <a:pt x="19318310" y="0"/>
                </a:lnTo>
                <a:lnTo>
                  <a:pt x="193183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1279" y="0"/>
            <a:ext cx="19363765" cy="10287000"/>
          </a:xfrm>
          <a:custGeom>
            <a:avLst/>
            <a:gdLst/>
            <a:ahLst/>
            <a:cxnLst/>
            <a:rect r="r" b="b" t="t" l="l"/>
            <a:pathLst>
              <a:path h="10287000" w="19363765">
                <a:moveTo>
                  <a:pt x="0" y="0"/>
                </a:moveTo>
                <a:lnTo>
                  <a:pt x="19363764" y="0"/>
                </a:lnTo>
                <a:lnTo>
                  <a:pt x="193637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5656" y="0"/>
            <a:ext cx="19455319" cy="10287000"/>
          </a:xfrm>
          <a:custGeom>
            <a:avLst/>
            <a:gdLst/>
            <a:ahLst/>
            <a:cxnLst/>
            <a:rect r="r" b="b" t="t" l="l"/>
            <a:pathLst>
              <a:path h="10287000" w="19455319">
                <a:moveTo>
                  <a:pt x="0" y="0"/>
                </a:moveTo>
                <a:lnTo>
                  <a:pt x="19455319" y="0"/>
                </a:lnTo>
                <a:lnTo>
                  <a:pt x="19455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DAHAqKnKoJU</dc:identifier>
  <dcterms:modified xsi:type="dcterms:W3CDTF">2011-08-01T06:04:30Z</dcterms:modified>
  <cp:revision>1</cp:revision>
</cp:coreProperties>
</file>